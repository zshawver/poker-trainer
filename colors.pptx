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E0806-14F7-EE11-9A58-4EFC959C0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2B2636-4AD2-FEE5-EAD6-54F6142858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5E7D5-3732-DC05-1798-1C7837D5A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38B33-F06A-4B53-9B15-DCAA2699157B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F49C3-AB9A-791C-B403-B3367A085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857BD-906A-BE0E-B30F-25CBAD40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976E-A7A8-407E-B5B8-AB7974C2D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217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C7D04-6A9A-A955-C777-F44DCAC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26CFA-8739-72CE-A4A6-F93FC5E25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A799-9624-DAF9-775C-EE3887D7C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38B33-F06A-4B53-9B15-DCAA2699157B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DF9A0-A208-D84F-821B-D79DC786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DDFE3-E658-E64E-3650-6B4E2EFC0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976E-A7A8-407E-B5B8-AB7974C2D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935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9C968-F7EE-FA09-6F7F-CF5B54F60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A6A1D-EDE2-A475-D53D-32D4A43A5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C8DBD-15F2-C504-A70E-B766D4A6D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38B33-F06A-4B53-9B15-DCAA2699157B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79D73-341E-6768-91EC-F71F74E0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60300-A34B-10C6-3475-512173267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976E-A7A8-407E-B5B8-AB7974C2D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6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11511-33BD-17F4-493D-0CC8DD03E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9366B-CDF8-925B-E354-B996741B97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7D5A75-D4F9-333A-08A3-ED96B0C00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F2D58-8C09-D172-9959-3D7F54D9A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38B33-F06A-4B53-9B15-DCAA2699157B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E59DB-8394-5EC0-5975-0D0268047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972DB8-9B76-7403-469B-C60972B5F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976E-A7A8-407E-B5B8-AB7974C2D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6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E3E0C-7C12-F70F-C038-37F009460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EF32D-1181-C694-B7AF-F6E46B519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4A1238-4917-A2BC-24DC-C87F1CB63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4B6458-60D1-4010-B937-CFBF809F7D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E87283-F14B-E62D-49E4-DC92219086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FDAA25-595D-AC7E-95BC-4F1231FAB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38B33-F06A-4B53-9B15-DCAA2699157B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F6BFF0-77CC-4A7D-4B08-42645A198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003130-1449-187F-03F1-9687FDAF3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976E-A7A8-407E-B5B8-AB7974C2D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834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8568F-61AF-59BC-BCD4-C5B61E1D7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129C9-458F-AE99-CAF6-C3B595F93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38B33-F06A-4B53-9B15-DCAA2699157B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E349FD-3605-5B34-C385-E072E6FA8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FBFCB4-7E90-627C-FC02-8AA1AB289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976E-A7A8-407E-B5B8-AB7974C2D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393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4FFCA8-9FB3-3ACA-2DFA-68D8259C6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38B33-F06A-4B53-9B15-DCAA2699157B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B1474-4E5D-0E82-DD27-387CFE66D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011C8-0365-C71D-F734-0F27272DF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976E-A7A8-407E-B5B8-AB7974C2D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921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C903-8050-34D8-8C9E-664D9742B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3E392-2D7A-EACB-931B-1AB63B8B2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3127F7-4DCA-3305-E1E1-30C0566AB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6A041-C002-CAA0-4789-213A27825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38B33-F06A-4B53-9B15-DCAA2699157B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44B98-62CB-2FBA-8D7F-96861256A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4B171-FCFE-9209-AAA3-DAE9E3A71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976E-A7A8-407E-B5B8-AB7974C2D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660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6BCE9-1097-C0F6-FDB8-498D72855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069786-9C3D-EEEE-9C4B-2B5D6E977E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A6239-DD1D-966C-A5C5-C882EC464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735C4-26A7-34C4-557F-9083FBBD4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38B33-F06A-4B53-9B15-DCAA2699157B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5BF29E-A9E5-3F00-3A2D-E448D1CA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1EFDD-A5B8-D4FE-06F4-3D5B62260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976E-A7A8-407E-B5B8-AB7974C2D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497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12B1B-AC94-7047-00E6-3246B66EF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B36018-9A17-A4B0-6B2B-FD9BC2F04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37631-A4B8-BB9E-6B03-564179EBF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38B33-F06A-4B53-9B15-DCAA2699157B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6AA32-F65B-5A03-0238-5B05F93D3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EE232-7CB1-9899-2156-CAD90EE2F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976E-A7A8-407E-B5B8-AB7974C2D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771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DB5600-4953-D868-2B47-CAA64A3C25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E39919-30D7-9787-C4A2-6DD1B54FD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271BF-286C-6224-D6E5-6786B7BD3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38B33-F06A-4B53-9B15-DCAA2699157B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9C479-E41B-C8E6-4B62-A6BDA6A83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59B48-56C1-3228-8E05-008EC6C5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976E-A7A8-407E-B5B8-AB7974C2D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00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ACCAF-1306-309F-7F7D-365EB954C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849C6-BBA7-8749-71F8-A26133FD7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E12BF-79F8-6034-A524-1DB54E16D2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338B33-F06A-4B53-9B15-DCAA2699157B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4DDD1-31D9-5A26-D411-745BDFE411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485D4-0193-97D7-7408-B7FEE1284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2E976E-A7A8-407E-B5B8-AB7974C2D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08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2C0AE6-289F-EDEF-1E46-A3289053F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79" y="736936"/>
            <a:ext cx="10869841" cy="538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22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8394B0-CF96-A589-0337-F33D60017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145" y="0"/>
            <a:ext cx="68457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801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1C1CB00-3952-EFA2-5A33-2895FD95C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145" y="0"/>
            <a:ext cx="68457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894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Shawver, Zared</dc:creator>
  <cp:lastModifiedBy>Shawver, Zared</cp:lastModifiedBy>
  <cp:revision>2</cp:revision>
  <dcterms:created xsi:type="dcterms:W3CDTF">2024-05-25T15:15:32Z</dcterms:created>
  <dcterms:modified xsi:type="dcterms:W3CDTF">2024-06-04T11:02:27Z</dcterms:modified>
</cp:coreProperties>
</file>